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2209F0-BDE7-45E7-803F-D0546AA3A300}" v="10" dt="2026-03-06T12:05:30.418"/>
    <p1510:client id="{912109E2-55E3-4DE1-90FF-B564DE695E44}" v="72" dt="2026-03-06T07:37:43.733"/>
    <p1510:client id="{AD710007-99E5-4D0E-87C7-B7CFF48C7ABB}" v="44" dt="2026-03-06T02:49:07.5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201" autoAdjust="0"/>
  </p:normalViewPr>
  <p:slideViewPr>
    <p:cSldViewPr snapToGrid="0">
      <p:cViewPr varScale="1">
        <p:scale>
          <a:sx n="78" d="100"/>
          <a:sy n="78" d="100"/>
        </p:scale>
        <p:origin x="105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u" userId="c58c4ed255503daa" providerId="LiveId" clId="{5F7C9199-54C3-4129-A0AC-0FF32D78B41F}"/>
    <pc:docChg chg="undo custSel addSld delSld modSld sldOrd">
      <pc:chgData name="bharath u" userId="c58c4ed255503daa" providerId="LiveId" clId="{5F7C9199-54C3-4129-A0AC-0FF32D78B41F}" dt="2026-03-06T12:05:30.418" v="812" actId="20577"/>
      <pc:docMkLst>
        <pc:docMk/>
      </pc:docMkLst>
      <pc:sldChg chg="addSp modSp mod addAnim">
        <pc:chgData name="bharath u" userId="c58c4ed255503daa" providerId="LiveId" clId="{5F7C9199-54C3-4129-A0AC-0FF32D78B41F}" dt="2026-03-06T12:05:30.418" v="812" actId="20577"/>
        <pc:sldMkLst>
          <pc:docMk/>
          <pc:sldMk cId="868654895" sldId="256"/>
        </pc:sldMkLst>
        <pc:spChg chg="mod">
          <ac:chgData name="bharath u" userId="c58c4ed255503daa" providerId="LiveId" clId="{5F7C9199-54C3-4129-A0AC-0FF32D78B41F}" dt="2026-03-06T12:05:30.418" v="812" actId="20577"/>
          <ac:spMkLst>
            <pc:docMk/>
            <pc:sldMk cId="868654895" sldId="256"/>
            <ac:spMk id="2" creationId="{EF208A2A-B02D-8FCB-7BD0-CD9BC89B1F10}"/>
          </ac:spMkLst>
        </pc:spChg>
        <pc:spChg chg="mod">
          <ac:chgData name="bharath u" userId="c58c4ed255503daa" providerId="LiveId" clId="{5F7C9199-54C3-4129-A0AC-0FF32D78B41F}" dt="2026-03-06T12:00:53.899" v="805" actId="20577"/>
          <ac:spMkLst>
            <pc:docMk/>
            <pc:sldMk cId="868654895" sldId="256"/>
            <ac:spMk id="3" creationId="{D683600E-EC00-7B4E-51E3-BADA9D4C7D66}"/>
          </ac:spMkLst>
        </pc:spChg>
        <pc:spChg chg="add">
          <ac:chgData name="bharath u" userId="c58c4ed255503daa" providerId="LiveId" clId="{5F7C9199-54C3-4129-A0AC-0FF32D78B41F}" dt="2026-03-06T05:33:05.356" v="81" actId="26606"/>
          <ac:spMkLst>
            <pc:docMk/>
            <pc:sldMk cId="868654895" sldId="256"/>
            <ac:spMk id="8" creationId="{FBDCECDC-EEE3-4128-AA5E-82A8C08796E8}"/>
          </ac:spMkLst>
        </pc:spChg>
        <pc:spChg chg="add">
          <ac:chgData name="bharath u" userId="c58c4ed255503daa" providerId="LiveId" clId="{5F7C9199-54C3-4129-A0AC-0FF32D78B41F}" dt="2026-03-06T05:33:05.356" v="81" actId="26606"/>
          <ac:spMkLst>
            <pc:docMk/>
            <pc:sldMk cId="868654895" sldId="256"/>
            <ac:spMk id="10" creationId="{4260EDE0-989C-4E16-AF94-F652294D828E}"/>
          </ac:spMkLst>
        </pc:spChg>
        <pc:spChg chg="add">
          <ac:chgData name="bharath u" userId="c58c4ed255503daa" providerId="LiveId" clId="{5F7C9199-54C3-4129-A0AC-0FF32D78B41F}" dt="2026-03-06T05:33:05.356" v="81" actId="26606"/>
          <ac:spMkLst>
            <pc:docMk/>
            <pc:sldMk cId="868654895" sldId="256"/>
            <ac:spMk id="12" creationId="{1F3985C0-E548-44D2-B30E-F3E42DADE133}"/>
          </ac:spMkLst>
        </pc:spChg>
        <pc:graphicFrameChg chg="add mod">
          <ac:chgData name="bharath u" userId="c58c4ed255503daa" providerId="LiveId" clId="{5F7C9199-54C3-4129-A0AC-0FF32D78B41F}" dt="2026-03-06T05:32:55.386" v="80"/>
          <ac:graphicFrameMkLst>
            <pc:docMk/>
            <pc:sldMk cId="868654895" sldId="256"/>
            <ac:graphicFrameMk id="4" creationId="{B1E0A592-B52B-99DC-940E-E465D180BE48}"/>
          </ac:graphicFrameMkLst>
        </pc:graphicFrameChg>
        <pc:graphicFrameChg chg="add mod">
          <ac:chgData name="bharath u" userId="c58c4ed255503daa" providerId="LiveId" clId="{5F7C9199-54C3-4129-A0AC-0FF32D78B41F}" dt="2026-03-06T05:33:19.777" v="84"/>
          <ac:graphicFrameMkLst>
            <pc:docMk/>
            <pc:sldMk cId="868654895" sldId="256"/>
            <ac:graphicFrameMk id="5" creationId="{A4C4FDC5-74EA-FA57-EB36-A13F527DB5C9}"/>
          </ac:graphicFrameMkLst>
        </pc:graphicFrameChg>
      </pc:sldChg>
      <pc:sldChg chg="addSp modSp mod">
        <pc:chgData name="bharath u" userId="c58c4ed255503daa" providerId="LiveId" clId="{5F7C9199-54C3-4129-A0AC-0FF32D78B41F}" dt="2026-03-06T11:18:57.241" v="801" actId="20577"/>
        <pc:sldMkLst>
          <pc:docMk/>
          <pc:sldMk cId="3816891389" sldId="258"/>
        </pc:sldMkLst>
        <pc:spChg chg="mod">
          <ac:chgData name="bharath u" userId="c58c4ed255503daa" providerId="LiveId" clId="{5F7C9199-54C3-4129-A0AC-0FF32D78B41F}" dt="2026-03-06T05:42:25.987" v="153" actId="113"/>
          <ac:spMkLst>
            <pc:docMk/>
            <pc:sldMk cId="3816891389" sldId="258"/>
            <ac:spMk id="2" creationId="{C935CA2A-73C3-6075-20B7-F3011E7A16D4}"/>
          </ac:spMkLst>
        </pc:spChg>
        <pc:spChg chg="mod">
          <ac:chgData name="bharath u" userId="c58c4ed255503daa" providerId="LiveId" clId="{5F7C9199-54C3-4129-A0AC-0FF32D78B41F}" dt="2026-03-06T11:18:57.241" v="801" actId="20577"/>
          <ac:spMkLst>
            <pc:docMk/>
            <pc:sldMk cId="3816891389" sldId="258"/>
            <ac:spMk id="3" creationId="{93E13333-414C-6239-722C-26DE8203CE6B}"/>
          </ac:spMkLst>
        </pc:spChg>
        <pc:graphicFrameChg chg="add mod">
          <ac:chgData name="bharath u" userId="c58c4ed255503daa" providerId="LiveId" clId="{5F7C9199-54C3-4129-A0AC-0FF32D78B41F}" dt="2026-03-06T05:34:19.744" v="89"/>
          <ac:graphicFrameMkLst>
            <pc:docMk/>
            <pc:sldMk cId="3816891389" sldId="258"/>
            <ac:graphicFrameMk id="4" creationId="{1C5F7A6F-A519-AE45-C4D2-AB702B832B74}"/>
          </ac:graphicFrameMkLst>
        </pc:graphicFrameChg>
      </pc:sldChg>
      <pc:sldChg chg="addSp delSp modSp mod setBg modNotesTx">
        <pc:chgData name="bharath u" userId="c58c4ed255503daa" providerId="LiveId" clId="{5F7C9199-54C3-4129-A0AC-0FF32D78B41F}" dt="2026-03-06T06:00:41.024" v="369" actId="255"/>
        <pc:sldMkLst>
          <pc:docMk/>
          <pc:sldMk cId="533668962" sldId="259"/>
        </pc:sldMkLst>
        <pc:spChg chg="mod">
          <ac:chgData name="bharath u" userId="c58c4ed255503daa" providerId="LiveId" clId="{5F7C9199-54C3-4129-A0AC-0FF32D78B41F}" dt="2026-03-06T05:42:15.633" v="150" actId="113"/>
          <ac:spMkLst>
            <pc:docMk/>
            <pc:sldMk cId="533668962" sldId="259"/>
            <ac:spMk id="2" creationId="{1427B544-8FD8-3F2F-B34E-FE01205852C6}"/>
          </ac:spMkLst>
        </pc:spChg>
        <pc:spChg chg="add del mod">
          <ac:chgData name="bharath u" userId="c58c4ed255503daa" providerId="LiveId" clId="{5F7C9199-54C3-4129-A0AC-0FF32D78B41F}" dt="2026-03-06T06:00:41.024" v="369" actId="255"/>
          <ac:spMkLst>
            <pc:docMk/>
            <pc:sldMk cId="533668962" sldId="259"/>
            <ac:spMk id="3" creationId="{04D7C76A-939F-665B-3B91-12989B8D5CE5}"/>
          </ac:spMkLst>
        </pc:spChg>
        <pc:spChg chg="add del">
          <ac:chgData name="bharath u" userId="c58c4ed255503daa" providerId="LiveId" clId="{5F7C9199-54C3-4129-A0AC-0FF32D78B41F}" dt="2026-03-06T05:36:49.565" v="104" actId="26606"/>
          <ac:spMkLst>
            <pc:docMk/>
            <pc:sldMk cId="533668962" sldId="259"/>
            <ac:spMk id="6" creationId="{3741B58E-3B65-4A01-A276-975AB2CF8A08}"/>
          </ac:spMkLst>
        </pc:spChg>
        <pc:spChg chg="add del">
          <ac:chgData name="bharath u" userId="c58c4ed255503daa" providerId="LiveId" clId="{5F7C9199-54C3-4129-A0AC-0FF32D78B41F}" dt="2026-03-06T05:36:49.565" v="104" actId="26606"/>
          <ac:spMkLst>
            <pc:docMk/>
            <pc:sldMk cId="533668962" sldId="259"/>
            <ac:spMk id="7" creationId="{7AAC67C3-831B-4AB1-A259-DFB839CAFAFC}"/>
          </ac:spMkLst>
        </pc:spChg>
        <pc:spChg chg="add del">
          <ac:chgData name="bharath u" userId="c58c4ed255503daa" providerId="LiveId" clId="{5F7C9199-54C3-4129-A0AC-0FF32D78B41F}" dt="2026-03-06T05:36:41.744" v="102" actId="26606"/>
          <ac:spMkLst>
            <pc:docMk/>
            <pc:sldMk cId="533668962" sldId="259"/>
            <ac:spMk id="8" creationId="{3741B58E-3B65-4A01-A276-975AB2CF8A08}"/>
          </ac:spMkLst>
        </pc:spChg>
        <pc:spChg chg="add del">
          <ac:chgData name="bharath u" userId="c58c4ed255503daa" providerId="LiveId" clId="{5F7C9199-54C3-4129-A0AC-0FF32D78B41F}" dt="2026-03-06T05:36:49.565" v="104" actId="26606"/>
          <ac:spMkLst>
            <pc:docMk/>
            <pc:sldMk cId="533668962" sldId="259"/>
            <ac:spMk id="9" creationId="{054B3F04-9EAC-45C0-B3CE-0387EEA10A0C}"/>
          </ac:spMkLst>
        </pc:spChg>
        <pc:spChg chg="add del">
          <ac:chgData name="bharath u" userId="c58c4ed255503daa" providerId="LiveId" clId="{5F7C9199-54C3-4129-A0AC-0FF32D78B41F}" dt="2026-03-06T05:36:41.744" v="102" actId="26606"/>
          <ac:spMkLst>
            <pc:docMk/>
            <pc:sldMk cId="533668962" sldId="259"/>
            <ac:spMk id="10" creationId="{7AAC67C3-831B-4AB1-A259-DFB839CAFAFC}"/>
          </ac:spMkLst>
        </pc:spChg>
        <pc:spChg chg="add del">
          <ac:chgData name="bharath u" userId="c58c4ed255503daa" providerId="LiveId" clId="{5F7C9199-54C3-4129-A0AC-0FF32D78B41F}" dt="2026-03-06T05:36:51.505" v="106" actId="26606"/>
          <ac:spMkLst>
            <pc:docMk/>
            <pc:sldMk cId="533668962" sldId="259"/>
            <ac:spMk id="11" creationId="{52ABB703-2B0E-4C3B-B4A2-F3973548E561}"/>
          </ac:spMkLst>
        </pc:spChg>
        <pc:spChg chg="add del">
          <ac:chgData name="bharath u" userId="c58c4ed255503daa" providerId="LiveId" clId="{5F7C9199-54C3-4129-A0AC-0FF32D78B41F}" dt="2026-03-06T05:36:41.744" v="102" actId="26606"/>
          <ac:spMkLst>
            <pc:docMk/>
            <pc:sldMk cId="533668962" sldId="259"/>
            <ac:spMk id="12" creationId="{054B3F04-9EAC-45C0-B3CE-0387EEA10A0C}"/>
          </ac:spMkLst>
        </pc:spChg>
        <pc:spChg chg="add del">
          <ac:chgData name="bharath u" userId="c58c4ed255503daa" providerId="LiveId" clId="{5F7C9199-54C3-4129-A0AC-0FF32D78B41F}" dt="2026-03-06T05:36:51.505" v="106" actId="26606"/>
          <ac:spMkLst>
            <pc:docMk/>
            <pc:sldMk cId="533668962" sldId="259"/>
            <ac:spMk id="14" creationId="{E95DA498-D9A2-4DA9-B9DA-B3776E08CF7E}"/>
          </ac:spMkLst>
        </pc:spChg>
        <pc:spChg chg="add del">
          <ac:chgData name="bharath u" userId="c58c4ed255503daa" providerId="LiveId" clId="{5F7C9199-54C3-4129-A0AC-0FF32D78B41F}" dt="2026-03-06T05:36:51.505" v="106" actId="26606"/>
          <ac:spMkLst>
            <pc:docMk/>
            <pc:sldMk cId="533668962" sldId="259"/>
            <ac:spMk id="16" creationId="{82A73093-4B9D-420D-B17E-52293703A1D4}"/>
          </ac:spMkLst>
        </pc:spChg>
        <pc:spChg chg="add del">
          <ac:chgData name="bharath u" userId="c58c4ed255503daa" providerId="LiveId" clId="{5F7C9199-54C3-4129-A0AC-0FF32D78B41F}" dt="2026-03-06T05:36:52.696" v="108" actId="26606"/>
          <ac:spMkLst>
            <pc:docMk/>
            <pc:sldMk cId="533668962" sldId="259"/>
            <ac:spMk id="18" creationId="{3741B58E-3B65-4A01-A276-975AB2CF8A08}"/>
          </ac:spMkLst>
        </pc:spChg>
        <pc:spChg chg="add del">
          <ac:chgData name="bharath u" userId="c58c4ed255503daa" providerId="LiveId" clId="{5F7C9199-54C3-4129-A0AC-0FF32D78B41F}" dt="2026-03-06T05:36:52.696" v="108" actId="26606"/>
          <ac:spMkLst>
            <pc:docMk/>
            <pc:sldMk cId="533668962" sldId="259"/>
            <ac:spMk id="19" creationId="{7AAC67C3-831B-4AB1-A259-DFB839CAFAFC}"/>
          </ac:spMkLst>
        </pc:spChg>
        <pc:spChg chg="add del">
          <ac:chgData name="bharath u" userId="c58c4ed255503daa" providerId="LiveId" clId="{5F7C9199-54C3-4129-A0AC-0FF32D78B41F}" dt="2026-03-06T05:36:52.696" v="108" actId="26606"/>
          <ac:spMkLst>
            <pc:docMk/>
            <pc:sldMk cId="533668962" sldId="259"/>
            <ac:spMk id="20" creationId="{054B3F04-9EAC-45C0-B3CE-0387EEA10A0C}"/>
          </ac:spMkLst>
        </pc:spChg>
        <pc:graphicFrameChg chg="add mod">
          <ac:chgData name="bharath u" userId="c58c4ed255503daa" providerId="LiveId" clId="{5F7C9199-54C3-4129-A0AC-0FF32D78B41F}" dt="2026-03-06T05:35:41.113" v="95"/>
          <ac:graphicFrameMkLst>
            <pc:docMk/>
            <pc:sldMk cId="533668962" sldId="259"/>
            <ac:graphicFrameMk id="4" creationId="{6EB33753-FC54-D454-5B2F-36D97934FDD7}"/>
          </ac:graphicFrameMkLst>
        </pc:graphicFrameChg>
        <pc:graphicFrameChg chg="add mod">
          <ac:chgData name="bharath u" userId="c58c4ed255503daa" providerId="LiveId" clId="{5F7C9199-54C3-4129-A0AC-0FF32D78B41F}" dt="2026-03-06T05:36:01.837" v="97"/>
          <ac:graphicFrameMkLst>
            <pc:docMk/>
            <pc:sldMk cId="533668962" sldId="259"/>
            <ac:graphicFrameMk id="5" creationId="{B15B3042-E39D-C713-99F1-B619BAEE96CB}"/>
          </ac:graphicFrameMkLst>
        </pc:graphicFrameChg>
        <pc:graphicFrameChg chg="add del">
          <ac:chgData name="bharath u" userId="c58c4ed255503daa" providerId="LiveId" clId="{5F7C9199-54C3-4129-A0AC-0FF32D78B41F}" dt="2026-03-06T05:36:55.632" v="110" actId="26606"/>
          <ac:graphicFrameMkLst>
            <pc:docMk/>
            <pc:sldMk cId="533668962" sldId="259"/>
            <ac:graphicFrameMk id="22" creationId="{CA6823D3-0553-5B7E-15E6-E1AE8885C121}"/>
          </ac:graphicFrameMkLst>
        </pc:graphicFrameChg>
        <pc:picChg chg="add del">
          <ac:chgData name="bharath u" userId="c58c4ed255503daa" providerId="LiveId" clId="{5F7C9199-54C3-4129-A0AC-0FF32D78B41F}" dt="2026-03-06T05:36:51.505" v="106" actId="26606"/>
          <ac:picMkLst>
            <pc:docMk/>
            <pc:sldMk cId="533668962" sldId="259"/>
            <ac:picMk id="13" creationId="{E1FD3E28-AF52-BC28-8AAE-06BD80D68AF8}"/>
          </ac:picMkLst>
        </pc:picChg>
        <pc:cxnChg chg="add del">
          <ac:chgData name="bharath u" userId="c58c4ed255503daa" providerId="LiveId" clId="{5F7C9199-54C3-4129-A0AC-0FF32D78B41F}" dt="2026-03-06T05:36:51.505" v="106" actId="26606"/>
          <ac:cxnSpMkLst>
            <pc:docMk/>
            <pc:sldMk cId="533668962" sldId="259"/>
            <ac:cxnSpMk id="15" creationId="{9C21570E-E159-49A6-9891-FA397B7A92D3}"/>
          </ac:cxnSpMkLst>
        </pc:cxnChg>
      </pc:sldChg>
      <pc:sldChg chg="addSp delSp modSp mod ord">
        <pc:chgData name="bharath u" userId="c58c4ed255503daa" providerId="LiveId" clId="{5F7C9199-54C3-4129-A0AC-0FF32D78B41F}" dt="2026-03-06T07:14:16.690" v="788" actId="1076"/>
        <pc:sldMkLst>
          <pc:docMk/>
          <pc:sldMk cId="669528781" sldId="260"/>
        </pc:sldMkLst>
        <pc:spChg chg="mod">
          <ac:chgData name="bharath u" userId="c58c4ed255503daa" providerId="LiveId" clId="{5F7C9199-54C3-4129-A0AC-0FF32D78B41F}" dt="2026-03-06T06:01:48.031" v="372" actId="113"/>
          <ac:spMkLst>
            <pc:docMk/>
            <pc:sldMk cId="669528781" sldId="260"/>
            <ac:spMk id="2" creationId="{FA372A0E-83D1-078F-4A3A-3FF25635E290}"/>
          </ac:spMkLst>
        </pc:spChg>
        <pc:spChg chg="add del mod">
          <ac:chgData name="bharath u" userId="c58c4ed255503daa" providerId="LiveId" clId="{5F7C9199-54C3-4129-A0AC-0FF32D78B41F}" dt="2026-03-06T06:27:56.532" v="775" actId="34807"/>
          <ac:spMkLst>
            <pc:docMk/>
            <pc:sldMk cId="669528781" sldId="260"/>
            <ac:spMk id="5" creationId="{54B6E7F7-3C68-7266-571A-DDBA85633A5A}"/>
          </ac:spMkLst>
        </pc:spChg>
        <pc:spChg chg="mod">
          <ac:chgData name="bharath u" userId="c58c4ed255503daa" providerId="LiveId" clId="{5F7C9199-54C3-4129-A0AC-0FF32D78B41F}" dt="2026-03-06T05:46:34.258" v="184" actId="1076"/>
          <ac:spMkLst>
            <pc:docMk/>
            <pc:sldMk cId="669528781" sldId="260"/>
            <ac:spMk id="7" creationId="{54D9B050-67BC-E06E-9BA1-354C29A04962}"/>
          </ac:spMkLst>
        </pc:spChg>
        <pc:spChg chg="add del mod">
          <ac:chgData name="bharath u" userId="c58c4ed255503daa" providerId="LiveId" clId="{5F7C9199-54C3-4129-A0AC-0FF32D78B41F}" dt="2026-03-06T07:08:01.523" v="781" actId="22"/>
          <ac:spMkLst>
            <pc:docMk/>
            <pc:sldMk cId="669528781" sldId="260"/>
            <ac:spMk id="10" creationId="{15EEE4EC-E777-6A17-8B98-94FE49B4050B}"/>
          </ac:spMkLst>
        </pc:spChg>
        <pc:spChg chg="add del mod">
          <ac:chgData name="bharath u" userId="c58c4ed255503daa" providerId="LiveId" clId="{5F7C9199-54C3-4129-A0AC-0FF32D78B41F}" dt="2026-03-06T07:14:14.003" v="787" actId="931"/>
          <ac:spMkLst>
            <pc:docMk/>
            <pc:sldMk cId="669528781" sldId="260"/>
            <ac:spMk id="15" creationId="{9893D701-5138-080F-3BA0-A702FCF99F25}"/>
          </ac:spMkLst>
        </pc:spChg>
        <pc:graphicFrameChg chg="add mod">
          <ac:chgData name="bharath u" userId="c58c4ed255503daa" providerId="LiveId" clId="{5F7C9199-54C3-4129-A0AC-0FF32D78B41F}" dt="2026-03-06T05:55:23.330" v="284"/>
          <ac:graphicFrameMkLst>
            <pc:docMk/>
            <pc:sldMk cId="669528781" sldId="260"/>
            <ac:graphicFrameMk id="3" creationId="{41056F63-93D0-E9DB-71EE-C793A3D849D9}"/>
          </ac:graphicFrameMkLst>
        </pc:graphicFrameChg>
        <pc:picChg chg="add del mod ord">
          <ac:chgData name="bharath u" userId="c58c4ed255503daa" providerId="LiveId" clId="{5F7C9199-54C3-4129-A0AC-0FF32D78B41F}" dt="2026-03-06T06:28:31.193" v="780" actId="478"/>
          <ac:picMkLst>
            <pc:docMk/>
            <pc:sldMk cId="669528781" sldId="260"/>
            <ac:picMk id="3" creationId="{E428E1C7-D8F9-7925-414C-1BDB4461095B}"/>
          </ac:picMkLst>
        </pc:picChg>
        <pc:picChg chg="add del mod">
          <ac:chgData name="bharath u" userId="c58c4ed255503daa" providerId="LiveId" clId="{5F7C9199-54C3-4129-A0AC-0FF32D78B41F}" dt="2026-03-06T06:28:00.496" v="776" actId="478"/>
          <ac:picMkLst>
            <pc:docMk/>
            <pc:sldMk cId="669528781" sldId="260"/>
            <ac:picMk id="8" creationId="{BBA05ECE-80F0-2DB8-9B5D-28EED9F7501F}"/>
          </ac:picMkLst>
        </pc:picChg>
        <pc:picChg chg="del">
          <ac:chgData name="bharath u" userId="c58c4ed255503daa" providerId="LiveId" clId="{5F7C9199-54C3-4129-A0AC-0FF32D78B41F}" dt="2026-03-06T06:27:33.878" v="769" actId="478"/>
          <ac:picMkLst>
            <pc:docMk/>
            <pc:sldMk cId="669528781" sldId="260"/>
            <ac:picMk id="11" creationId="{8D78A6DA-4BB9-44AD-422E-2B14122C893B}"/>
          </ac:picMkLst>
        </pc:picChg>
        <pc:picChg chg="add del mod ord">
          <ac:chgData name="bharath u" userId="c58c4ed255503daa" providerId="LiveId" clId="{5F7C9199-54C3-4129-A0AC-0FF32D78B41F}" dt="2026-03-06T07:09:51.919" v="786" actId="478"/>
          <ac:picMkLst>
            <pc:docMk/>
            <pc:sldMk cId="669528781" sldId="260"/>
            <ac:picMk id="13" creationId="{B8421002-2743-4CF5-493F-EE99B1F8FFE4}"/>
          </ac:picMkLst>
        </pc:picChg>
        <pc:picChg chg="add mod ord">
          <ac:chgData name="bharath u" userId="c58c4ed255503daa" providerId="LiveId" clId="{5F7C9199-54C3-4129-A0AC-0FF32D78B41F}" dt="2026-03-06T07:14:16.690" v="788" actId="1076"/>
          <ac:picMkLst>
            <pc:docMk/>
            <pc:sldMk cId="669528781" sldId="260"/>
            <ac:picMk id="17" creationId="{2313ACF0-DB9B-6CDB-7518-2D0E815C1C81}"/>
          </ac:picMkLst>
        </pc:picChg>
      </pc:sldChg>
      <pc:sldChg chg="modSp mod modNotesTx">
        <pc:chgData name="bharath u" userId="c58c4ed255503daa" providerId="LiveId" clId="{5F7C9199-54C3-4129-A0AC-0FF32D78B41F}" dt="2026-03-06T07:17:08.420" v="790" actId="1076"/>
        <pc:sldMkLst>
          <pc:docMk/>
          <pc:sldMk cId="1226354954" sldId="261"/>
        </pc:sldMkLst>
        <pc:spChg chg="mod">
          <ac:chgData name="bharath u" userId="c58c4ed255503daa" providerId="LiveId" clId="{5F7C9199-54C3-4129-A0AC-0FF32D78B41F}" dt="2026-03-06T06:04:06.035" v="392"/>
          <ac:spMkLst>
            <pc:docMk/>
            <pc:sldMk cId="1226354954" sldId="261"/>
            <ac:spMk id="2" creationId="{4F49719F-A4CA-4695-0CE9-2C3107AFAFC7}"/>
          </ac:spMkLst>
        </pc:spChg>
        <pc:graphicFrameChg chg="mod modGraphic">
          <ac:chgData name="bharath u" userId="c58c4ed255503daa" providerId="LiveId" clId="{5F7C9199-54C3-4129-A0AC-0FF32D78B41F}" dt="2026-03-06T07:17:08.420" v="790" actId="1076"/>
          <ac:graphicFrameMkLst>
            <pc:docMk/>
            <pc:sldMk cId="1226354954" sldId="261"/>
            <ac:graphicFrameMk id="4" creationId="{1AC15736-60E5-ADFB-55A1-C0E5587A41F4}"/>
          </ac:graphicFrameMkLst>
        </pc:graphicFrameChg>
      </pc:sldChg>
      <pc:sldChg chg="modSp mod">
        <pc:chgData name="bharath u" userId="c58c4ed255503daa" providerId="LiveId" clId="{5F7C9199-54C3-4129-A0AC-0FF32D78B41F}" dt="2026-03-06T06:13:46.150" v="672" actId="1076"/>
        <pc:sldMkLst>
          <pc:docMk/>
          <pc:sldMk cId="3778432330" sldId="262"/>
        </pc:sldMkLst>
        <pc:spChg chg="mod">
          <ac:chgData name="bharath u" userId="c58c4ed255503daa" providerId="LiveId" clId="{5F7C9199-54C3-4129-A0AC-0FF32D78B41F}" dt="2026-03-06T06:12:18.623" v="632" actId="14100"/>
          <ac:spMkLst>
            <pc:docMk/>
            <pc:sldMk cId="3778432330" sldId="262"/>
            <ac:spMk id="3" creationId="{3547AD8B-8F54-4E27-27A4-18119F1D4729}"/>
          </ac:spMkLst>
        </pc:spChg>
        <pc:graphicFrameChg chg="mod modGraphic">
          <ac:chgData name="bharath u" userId="c58c4ed255503daa" providerId="LiveId" clId="{5F7C9199-54C3-4129-A0AC-0FF32D78B41F}" dt="2026-03-06T06:13:46.150" v="672" actId="1076"/>
          <ac:graphicFrameMkLst>
            <pc:docMk/>
            <pc:sldMk cId="3778432330" sldId="262"/>
            <ac:graphicFrameMk id="4" creationId="{A3D13083-4D2C-0994-F225-06D692ACE826}"/>
          </ac:graphicFrameMkLst>
        </pc:graphicFrameChg>
      </pc:sldChg>
      <pc:sldChg chg="modSp mod">
        <pc:chgData name="bharath u" userId="c58c4ed255503daa" providerId="LiveId" clId="{5F7C9199-54C3-4129-A0AC-0FF32D78B41F}" dt="2026-03-06T06:19:41.019" v="768" actId="20577"/>
        <pc:sldMkLst>
          <pc:docMk/>
          <pc:sldMk cId="543687377" sldId="263"/>
        </pc:sldMkLst>
        <pc:spChg chg="mod">
          <ac:chgData name="bharath u" userId="c58c4ed255503daa" providerId="LiveId" clId="{5F7C9199-54C3-4129-A0AC-0FF32D78B41F}" dt="2026-03-06T06:19:41.019" v="768" actId="20577"/>
          <ac:spMkLst>
            <pc:docMk/>
            <pc:sldMk cId="543687377" sldId="263"/>
            <ac:spMk id="3" creationId="{448B38BD-EBC0-FCE6-0D53-05C3838FC384}"/>
          </ac:spMkLst>
        </pc:spChg>
      </pc:sldChg>
      <pc:sldChg chg="modSp mod ord">
        <pc:chgData name="bharath u" userId="c58c4ed255503daa" providerId="LiveId" clId="{5F7C9199-54C3-4129-A0AC-0FF32D78B41F}" dt="2026-03-06T11:18:20.316" v="796"/>
        <pc:sldMkLst>
          <pc:docMk/>
          <pc:sldMk cId="3080688197" sldId="264"/>
        </pc:sldMkLst>
        <pc:spChg chg="mod">
          <ac:chgData name="bharath u" userId="c58c4ed255503daa" providerId="LiveId" clId="{5F7C9199-54C3-4129-A0AC-0FF32D78B41F}" dt="2026-03-06T06:16:04.041" v="682" actId="6549"/>
          <ac:spMkLst>
            <pc:docMk/>
            <pc:sldMk cId="3080688197" sldId="264"/>
            <ac:spMk id="3" creationId="{3C94D4B2-F219-D30B-B97F-3DF9AC496B76}"/>
          </ac:spMkLst>
        </pc:spChg>
      </pc:sldChg>
      <pc:sldChg chg="addSp delSp modSp mod">
        <pc:chgData name="bharath u" userId="c58c4ed255503daa" providerId="LiveId" clId="{5F7C9199-54C3-4129-A0AC-0FF32D78B41F}" dt="2026-03-06T12:00:49.007" v="804" actId="1076"/>
        <pc:sldMkLst>
          <pc:docMk/>
          <pc:sldMk cId="1779968709" sldId="266"/>
        </pc:sldMkLst>
        <pc:spChg chg="mod">
          <ac:chgData name="bharath u" userId="c58c4ed255503daa" providerId="LiveId" clId="{5F7C9199-54C3-4129-A0AC-0FF32D78B41F}" dt="2026-03-06T11:18:40.429" v="797" actId="6549"/>
          <ac:spMkLst>
            <pc:docMk/>
            <pc:sldMk cId="1779968709" sldId="266"/>
            <ac:spMk id="2" creationId="{B55AA201-B186-F09F-4E90-700D2B30FFB9}"/>
          </ac:spMkLst>
        </pc:spChg>
        <pc:spChg chg="mod">
          <ac:chgData name="bharath u" userId="c58c4ed255503daa" providerId="LiveId" clId="{5F7C9199-54C3-4129-A0AC-0FF32D78B41F}" dt="2026-03-06T07:36:48.323" v="792" actId="6549"/>
          <ac:spMkLst>
            <pc:docMk/>
            <pc:sldMk cId="1779968709" sldId="266"/>
            <ac:spMk id="3" creationId="{9CE482F7-AE1E-E324-85E5-EB48925FA79E}"/>
          </ac:spMkLst>
        </pc:spChg>
        <pc:graphicFrameChg chg="add mod">
          <ac:chgData name="bharath u" userId="c58c4ed255503daa" providerId="LiveId" clId="{5F7C9199-54C3-4129-A0AC-0FF32D78B41F}" dt="2026-03-06T12:00:49.007" v="804" actId="1076"/>
          <ac:graphicFrameMkLst>
            <pc:docMk/>
            <pc:sldMk cId="1779968709" sldId="266"/>
            <ac:graphicFrameMk id="4" creationId="{37314922-FF94-54A3-F8BD-E972CA4C0976}"/>
          </ac:graphicFrameMkLst>
        </pc:graphicFrameChg>
        <pc:graphicFrameChg chg="del">
          <ac:chgData name="bharath u" userId="c58c4ed255503daa" providerId="LiveId" clId="{5F7C9199-54C3-4129-A0AC-0FF32D78B41F}" dt="2026-03-06T07:15:37.482" v="789" actId="478"/>
          <ac:graphicFrameMkLst>
            <pc:docMk/>
            <pc:sldMk cId="1779968709" sldId="266"/>
            <ac:graphicFrameMk id="6" creationId="{26CFDC0F-8C98-1A74-235B-EDB6A13C002B}"/>
          </ac:graphicFrameMkLst>
        </pc:graphicFrameChg>
        <pc:graphicFrameChg chg="add del mod">
          <ac:chgData name="bharath u" userId="c58c4ed255503daa" providerId="LiveId" clId="{5F7C9199-54C3-4129-A0AC-0FF32D78B41F}" dt="2026-03-06T12:00:23.748" v="802" actId="478"/>
          <ac:graphicFrameMkLst>
            <pc:docMk/>
            <pc:sldMk cId="1779968709" sldId="266"/>
            <ac:graphicFrameMk id="7" creationId="{F0245E00-F4DC-89EA-DB65-06933D3ABFA2}"/>
          </ac:graphicFrameMkLst>
        </pc:graphicFrameChg>
      </pc:sldChg>
      <pc:sldChg chg="modSp new del mod">
        <pc:chgData name="bharath u" userId="c58c4ed255503daa" providerId="LiveId" clId="{5F7C9199-54C3-4129-A0AC-0FF32D78B41F}" dt="2026-03-06T06:01:15.273" v="370" actId="47"/>
        <pc:sldMkLst>
          <pc:docMk/>
          <pc:sldMk cId="3118392904" sldId="267"/>
        </pc:sldMkLst>
        <pc:spChg chg="mod">
          <ac:chgData name="bharath u" userId="c58c4ed255503daa" providerId="LiveId" clId="{5F7C9199-54C3-4129-A0AC-0FF32D78B41F}" dt="2026-03-06T05:47:41.061" v="192"/>
          <ac:spMkLst>
            <pc:docMk/>
            <pc:sldMk cId="3118392904" sldId="267"/>
            <ac:spMk id="2" creationId="{67CEA3B3-F3B1-DC00-8A6A-FC0439BE78A2}"/>
          </ac:spMkLst>
        </pc:spChg>
        <pc:spChg chg="mod">
          <ac:chgData name="bharath u" userId="c58c4ed255503daa" providerId="LiveId" clId="{5F7C9199-54C3-4129-A0AC-0FF32D78B41F}" dt="2026-03-06T05:51:07.374" v="201" actId="255"/>
          <ac:spMkLst>
            <pc:docMk/>
            <pc:sldMk cId="3118392904" sldId="267"/>
            <ac:spMk id="3" creationId="{1CF17FC6-C3C2-8AAC-FD35-0E2ADDDF0E84}"/>
          </ac:spMkLst>
        </pc:spChg>
      </pc:sldChg>
      <pc:sldChg chg="modSp new del mod">
        <pc:chgData name="bharath u" userId="c58c4ed255503daa" providerId="LiveId" clId="{5F7C9199-54C3-4129-A0AC-0FF32D78B41F}" dt="2026-03-06T05:43:23.653" v="181" actId="47"/>
        <pc:sldMkLst>
          <pc:docMk/>
          <pc:sldMk cId="3876855856" sldId="267"/>
        </pc:sldMkLst>
        <pc:spChg chg="mod">
          <ac:chgData name="bharath u" userId="c58c4ed255503daa" providerId="LiveId" clId="{5F7C9199-54C3-4129-A0AC-0FF32D78B41F}" dt="2026-03-06T05:39:25.151" v="116"/>
          <ac:spMkLst>
            <pc:docMk/>
            <pc:sldMk cId="3876855856" sldId="267"/>
            <ac:spMk id="2" creationId="{4F73A914-5E44-F1A3-14E0-D0AFA1993193}"/>
          </ac:spMkLst>
        </pc:spChg>
        <pc:spChg chg="mod">
          <ac:chgData name="bharath u" userId="c58c4ed255503daa" providerId="LiveId" clId="{5F7C9199-54C3-4129-A0AC-0FF32D78B41F}" dt="2026-03-06T05:40:16.845" v="124" actId="6549"/>
          <ac:spMkLst>
            <pc:docMk/>
            <pc:sldMk cId="3876855856" sldId="267"/>
            <ac:spMk id="3" creationId="{5A232D6B-BF68-DDE9-0B01-7CFE3C488275}"/>
          </ac:spMkLst>
        </pc:spChg>
      </pc:sldChg>
      <pc:sldChg chg="modSp new del mod">
        <pc:chgData name="bharath u" userId="c58c4ed255503daa" providerId="LiveId" clId="{5F7C9199-54C3-4129-A0AC-0FF32D78B41F}" dt="2026-03-06T05:54:30.539" v="283" actId="47"/>
        <pc:sldMkLst>
          <pc:docMk/>
          <pc:sldMk cId="3137139688" sldId="268"/>
        </pc:sldMkLst>
        <pc:spChg chg="mod">
          <ac:chgData name="bharath u" userId="c58c4ed255503daa" providerId="LiveId" clId="{5F7C9199-54C3-4129-A0AC-0FF32D78B41F}" dt="2026-03-06T05:51:43.289" v="202"/>
          <ac:spMkLst>
            <pc:docMk/>
            <pc:sldMk cId="3137139688" sldId="268"/>
            <ac:spMk id="2" creationId="{8616F8F1-7D2F-8DCD-2E9E-1AABEDB56A98}"/>
          </ac:spMkLst>
        </pc:spChg>
        <pc:spChg chg="mod">
          <ac:chgData name="bharath u" userId="c58c4ed255503daa" providerId="LiveId" clId="{5F7C9199-54C3-4129-A0AC-0FF32D78B41F}" dt="2026-03-06T05:53:12.801" v="240" actId="14100"/>
          <ac:spMkLst>
            <pc:docMk/>
            <pc:sldMk cId="3137139688" sldId="268"/>
            <ac:spMk id="3" creationId="{BA0C92AF-0466-F7BB-9577-105AAE2B668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C0D81-1660-4980-AFAE-17212D798ADE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B4EF8-4605-4F6C-BFBA-E898EECCB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61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B4EF8-4605-4F6C-BFBA-E898EECCB9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5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B4EF8-4605-4F6C-BFBA-E898EECCB9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92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Outstanding Questions 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What is the expected turn around time for the end data to be available? 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Based on this, continues streaming or batch architecture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Expected to schedule or trigger based on the event the file is sent to s3 bucket</a:t>
            </a:r>
          </a:p>
          <a:p>
            <a:r>
              <a:rPr lang="en-US" dirty="0"/>
              <a:t>2. Access to the file data - control who can read the data</a:t>
            </a:r>
          </a:p>
          <a:p>
            <a:r>
              <a:rPr lang="en-US" dirty="0"/>
              <a:t>3. Would they be interested in the people who have searched but did not find the product? -- Example from the file </a:t>
            </a:r>
          </a:p>
          <a:p>
            <a:r>
              <a:rPr lang="en-US" dirty="0"/>
              <a:t>4. Data file – </a:t>
            </a:r>
            <a:r>
              <a:rPr lang="en-US" dirty="0" err="1"/>
              <a:t>ipod</a:t>
            </a:r>
            <a:r>
              <a:rPr lang="en-US" dirty="0"/>
              <a:t> touch &amp; </a:t>
            </a:r>
            <a:r>
              <a:rPr lang="en-US" dirty="0" err="1"/>
              <a:t>ipod</a:t>
            </a:r>
            <a:r>
              <a:rPr lang="en-US" dirty="0"/>
              <a:t> nano – shown differently </a:t>
            </a:r>
            <a:r>
              <a:rPr lang="en-US" dirty="0">
                <a:sym typeface="Wingdings" panose="05000000000000000000" pitchFamily="2" charset="2"/>
              </a:rPr>
              <a:t> differentiation as per Product Categories?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B4EF8-4605-4F6C-BFBA-E898EECCB9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64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n"/>
            </a:pPr>
            <a:endParaRPr lang="en-US" dirty="0"/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dirty="0"/>
              <a:t>SQS for buffering incoming events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dirty="0"/>
              <a:t>SNS for downstream notifications</a:t>
            </a:r>
          </a:p>
          <a:p>
            <a:pPr marL="171450" indent="-171450">
              <a:buFont typeface="Wingdings" panose="05000000000000000000" pitchFamily="2" charset="2"/>
              <a:buChar char="n"/>
            </a:pPr>
            <a:r>
              <a:rPr lang="en-US" dirty="0"/>
              <a:t>S3 lifecycle policies and Parquet storage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B4EF8-4605-4F6C-BFBA-E898EECCB9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98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AWS : Amazon Web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B4EF8-4605-4F6C-BFBA-E898EECCB9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00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B4EF8-4605-4F6C-BFBA-E898EECCB9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94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B4EF8-4605-4F6C-BFBA-E898EECCB9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58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0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37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25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1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2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7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7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9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2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3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A94A354-6424-4A5F-AB66-C8E86F36991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617A6C2-0093-4555-A269-B34E769A57D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29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bharathv/prdsales_repo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208A2A-B02D-8FCB-7BD0-CD9BC89B1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>
            <a:normAutofit/>
          </a:bodyPr>
          <a:lstStyle/>
          <a:p>
            <a:r>
              <a:rPr lang="en-US" b="1"/>
              <a:t>Search Revenue </a:t>
            </a:r>
            <a:r>
              <a:rPr lang="en-US" b="1" dirty="0"/>
              <a:t>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3600E-EC00-7B4E-51E3-BADA9D4C7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Automated, scalable processing of web sales and </a:t>
            </a:r>
            <a:r>
              <a:rPr lang="en-US" b="1">
                <a:solidFill>
                  <a:srgbClr val="FFFFFF"/>
                </a:solidFill>
              </a:rPr>
              <a:t>search data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5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CA2A-73C3-6075-20B7-F3011E7A1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13333-414C-6239-722C-26DE8203C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794" y="1845734"/>
            <a:ext cx="10176886" cy="4023360"/>
          </a:xfrm>
        </p:spPr>
        <p:txBody>
          <a:bodyPr>
            <a:normAutofit/>
          </a:bodyPr>
          <a:lstStyle/>
          <a:p>
            <a:pPr lvl="1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Business Problem</a:t>
            </a:r>
          </a:p>
          <a:p>
            <a:pPr lvl="1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High‑Level Architecture</a:t>
            </a:r>
          </a:p>
          <a:p>
            <a:pPr lvl="1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Architecture Walkthrough</a:t>
            </a:r>
          </a:p>
          <a:p>
            <a:pPr lvl="1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Code Repo &amp; Deployment</a:t>
            </a:r>
          </a:p>
          <a:p>
            <a:pPr lvl="1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Scalability</a:t>
            </a:r>
          </a:p>
          <a:p>
            <a:pPr lvl="1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Improvements/Open Items</a:t>
            </a:r>
          </a:p>
          <a:p>
            <a:pPr lvl="1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Additional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816891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43C1B-3FFA-BEB1-6CF4-1F41266A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B544-8FD8-3F2F-B34E-FE0120585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7C76A-939F-665B-3B91-12989B8D5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794" y="1845733"/>
            <a:ext cx="10176886" cy="4184363"/>
          </a:xfrm>
        </p:spPr>
        <p:txBody>
          <a:bodyPr>
            <a:normAutofit/>
          </a:bodyPr>
          <a:lstStyle/>
          <a:p>
            <a:pPr lvl="1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External web search and sales data is received as raw files</a:t>
            </a:r>
          </a:p>
          <a:p>
            <a:pPr lvl="1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Manual analysis does not scale and delays insights</a:t>
            </a:r>
          </a:p>
          <a:p>
            <a:pPr lvl="1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Business needs automated processing to derive value from data</a:t>
            </a:r>
          </a:p>
          <a:p>
            <a:pPr lvl="1" font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700" b="1" dirty="0"/>
              <a:t>Key Business Questions</a:t>
            </a:r>
          </a:p>
          <a:p>
            <a:pPr lvl="2" font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700" dirty="0"/>
              <a:t>Which keywords are searched most frequently?</a:t>
            </a:r>
          </a:p>
          <a:p>
            <a:pPr lvl="2" font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700" dirty="0"/>
              <a:t>Which searches convert into product sales and revenue?</a:t>
            </a:r>
          </a:p>
          <a:p>
            <a:pPr lvl="2" font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700" dirty="0"/>
              <a:t>Which products are searched but not available or not visible?</a:t>
            </a:r>
          </a:p>
          <a:p>
            <a:pPr lvl="2" font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700" dirty="0"/>
              <a:t>Which keywords generate interest but do not result in a sale?</a:t>
            </a:r>
          </a:p>
          <a:p>
            <a:pPr lvl="1" fontAlgn="ctr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700" b="1" dirty="0"/>
              <a:t>Solution </a:t>
            </a:r>
          </a:p>
          <a:p>
            <a:pPr lvl="2" fontAlgn="ctr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700" dirty="0"/>
              <a:t>A serverless, event-driven data ingestion framework that automatically processes raw files, orchestrates workflows to process and produce curated datasets and metadata for analytics.</a:t>
            </a:r>
          </a:p>
          <a:p>
            <a:pPr lvl="2" fontAlgn="ctr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700" b="1" dirty="0"/>
          </a:p>
          <a:p>
            <a:pPr lvl="2" fontAlgn="ctr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700" dirty="0"/>
          </a:p>
          <a:p>
            <a:pPr lvl="6" font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33668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2A0E-83D1-078F-4A3A-3FF25635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High‑Level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9B050-67BC-E06E-9BA1-354C29A04962}"/>
              </a:ext>
            </a:extLst>
          </p:cNvPr>
          <p:cNvSpPr txBox="1"/>
          <p:nvPr/>
        </p:nvSpPr>
        <p:spPr>
          <a:xfrm>
            <a:off x="8539806" y="2505670"/>
            <a:ext cx="2400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Legend:</a:t>
            </a:r>
          </a:p>
          <a:p>
            <a:r>
              <a:rPr lang="en-US" dirty="0"/>
              <a:t>Dotted – Future addons</a:t>
            </a:r>
          </a:p>
          <a:p>
            <a:r>
              <a:rPr lang="en-US" dirty="0"/>
              <a:t>Solid - Existing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313ACF0-DB9B-6CDB-7518-2D0E815C1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49" y="1920404"/>
            <a:ext cx="7701113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528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719F-A4CA-4695-0CE9-2C3107AF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Walkthrough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C15736-60E5-ADFB-55A1-C0E5587A4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903465"/>
              </p:ext>
            </p:extLst>
          </p:nvPr>
        </p:nvGraphicFramePr>
        <p:xfrm>
          <a:off x="1215975" y="1849617"/>
          <a:ext cx="6872829" cy="4409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0943">
                  <a:extLst>
                    <a:ext uri="{9D8B030D-6E8A-4147-A177-3AD203B41FA5}">
                      <a16:colId xmlns:a16="http://schemas.microsoft.com/office/drawing/2014/main" val="4133210593"/>
                    </a:ext>
                  </a:extLst>
                </a:gridCol>
                <a:gridCol w="2290943">
                  <a:extLst>
                    <a:ext uri="{9D8B030D-6E8A-4147-A177-3AD203B41FA5}">
                      <a16:colId xmlns:a16="http://schemas.microsoft.com/office/drawing/2014/main" val="2462554049"/>
                    </a:ext>
                  </a:extLst>
                </a:gridCol>
                <a:gridCol w="2290943">
                  <a:extLst>
                    <a:ext uri="{9D8B030D-6E8A-4147-A177-3AD203B41FA5}">
                      <a16:colId xmlns:a16="http://schemas.microsoft.com/office/drawing/2014/main" val="1601959400"/>
                    </a:ext>
                  </a:extLst>
                </a:gridCol>
              </a:tblGrid>
              <a:tr h="276297">
                <a:tc>
                  <a:txBody>
                    <a:bodyPr/>
                    <a:lstStyle/>
                    <a:p>
                      <a:r>
                        <a:rPr lang="en-US" sz="1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97042"/>
                  </a:ext>
                </a:extLst>
              </a:tr>
              <a:tr h="483520">
                <a:tc>
                  <a:txBody>
                    <a:bodyPr/>
                    <a:lstStyle/>
                    <a:p>
                      <a:r>
                        <a:rPr lang="en-US" sz="1400" dirty="0"/>
                        <a:t>Data Ingestion &amp;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AWS – 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Raw sales/search files are uploaded to S3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758571"/>
                  </a:ext>
                </a:extLst>
              </a:tr>
              <a:tr h="483520">
                <a:tc>
                  <a:txBody>
                    <a:bodyPr/>
                    <a:lstStyle/>
                    <a:p>
                      <a:r>
                        <a:rPr lang="en-US" sz="1400" dirty="0"/>
                        <a:t>Event 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AWS - Lambda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S3 event triggers Lambda to initiate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034421"/>
                  </a:ext>
                </a:extLst>
              </a:tr>
              <a:tr h="690743">
                <a:tc>
                  <a:txBody>
                    <a:bodyPr/>
                    <a:lstStyle/>
                    <a:p>
                      <a:r>
                        <a:rPr lang="en-US" sz="1400" dirty="0"/>
                        <a:t>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AWS – Step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Controls workflow, retries, and branching 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72858"/>
                  </a:ext>
                </a:extLst>
              </a:tr>
              <a:tr h="897965">
                <a:tc>
                  <a:txBody>
                    <a:bodyPr/>
                    <a:lstStyle/>
                    <a:p>
                      <a:r>
                        <a:rPr lang="en-US" sz="1400" dirty="0"/>
                        <a:t>Data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AWS – Lambda/Glue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Glue for large‑scale transformations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Lambda for lightweight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218269"/>
                  </a:ext>
                </a:extLst>
              </a:tr>
              <a:tr h="276297">
                <a:tc>
                  <a:txBody>
                    <a:bodyPr/>
                    <a:lstStyle/>
                    <a:p>
                      <a:r>
                        <a:rPr lang="en-US" sz="1400" dirty="0"/>
                        <a:t>Logging &amp;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AWS – Cloud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 run logs, metrics, alarms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92516"/>
                  </a:ext>
                </a:extLst>
              </a:tr>
              <a:tr h="276297">
                <a:tc>
                  <a:txBody>
                    <a:bodyPr/>
                    <a:lstStyle/>
                    <a:p>
                      <a:r>
                        <a:rPr lang="en-US" sz="1400" dirty="0"/>
                        <a:t>Metadata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AWS – Dynamo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Fast access to load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423761"/>
                  </a:ext>
                </a:extLst>
              </a:tr>
              <a:tr h="276297">
                <a:tc>
                  <a:txBody>
                    <a:bodyPr/>
                    <a:lstStyle/>
                    <a:p>
                      <a:r>
                        <a:rPr lang="en-US" sz="1400" dirty="0"/>
                        <a:t>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Python/</a:t>
                      </a:r>
                      <a:r>
                        <a:rPr lang="en-US" sz="1400" dirty="0" err="1"/>
                        <a:t>Pyspark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 Lambda/Glue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428404"/>
                  </a:ext>
                </a:extLst>
              </a:tr>
              <a:tr h="483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Code Repository &amp;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Periodic code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308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354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1D263-1634-118A-034E-17F70D51C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635432"/>
            <a:ext cx="6377668" cy="707594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Code Repo &amp; Deployment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7AD8B-8F54-4E27-27A4-18119F1D4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6" y="1698684"/>
            <a:ext cx="5380178" cy="3985423"/>
          </a:xfrm>
        </p:spPr>
        <p:txBody>
          <a:bodyPr>
            <a:noAutofit/>
          </a:bodyPr>
          <a:lstStyle/>
          <a:p>
            <a:r>
              <a:rPr lang="en-US" sz="1300" dirty="0"/>
              <a:t>GitHub – for code maintenance &amp; deployment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300" dirty="0"/>
              <a:t>Source Control &amp; Deployment Strategy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300" dirty="0"/>
              <a:t>GitHub used for code versioning and collaboration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300" dirty="0"/>
              <a:t>Infrastructure deployed using CloudFormation templates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300" dirty="0"/>
              <a:t>Components include: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300" dirty="0"/>
              <a:t>IAM Roles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300" dirty="0"/>
              <a:t>Lambda Functions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300" dirty="0"/>
              <a:t>Glue Jobs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300" dirty="0"/>
              <a:t>Step Functions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300" dirty="0"/>
              <a:t>Branching Strategy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300" dirty="0"/>
              <a:t>Environment‑based branches: Dev / UAT / Prod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300" dirty="0"/>
              <a:t>Feature‑specific branches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300" dirty="0"/>
              <a:t>Code merged to main branch only after review</a:t>
            </a:r>
          </a:p>
          <a:p>
            <a:pPr marL="566928" lvl="3" indent="0">
              <a:buNone/>
            </a:pPr>
            <a:endParaRPr lang="en-US" sz="1300" b="1" dirty="0"/>
          </a:p>
          <a:p>
            <a:pPr marL="566928" lvl="3" indent="0">
              <a:buNone/>
            </a:pPr>
            <a:r>
              <a:rPr lang="en-US" sz="1300" b="1" dirty="0"/>
              <a:t>Link</a:t>
            </a:r>
            <a:r>
              <a:rPr lang="en-US" sz="1300" dirty="0"/>
              <a:t>: </a:t>
            </a:r>
            <a:r>
              <a:rPr lang="en-US" sz="1300" dirty="0">
                <a:hlinkClick r:id="rId3"/>
              </a:rPr>
              <a:t>https://github.com/ubharathv/prdsales_repo</a:t>
            </a:r>
            <a:endParaRPr lang="en-US" sz="1300" dirty="0"/>
          </a:p>
          <a:p>
            <a:pPr lvl="2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384048" lvl="2" indent="0">
              <a:buNone/>
            </a:pPr>
            <a:endParaRPr lang="en-US" sz="1300" dirty="0"/>
          </a:p>
          <a:p>
            <a:pPr lvl="2"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D13083-4D2C-0994-F225-06D692ACE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418033"/>
              </p:ext>
            </p:extLst>
          </p:nvPr>
        </p:nvGraphicFramePr>
        <p:xfrm>
          <a:off x="6169568" y="1801843"/>
          <a:ext cx="5576095" cy="3254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469">
                  <a:extLst>
                    <a:ext uri="{9D8B030D-6E8A-4147-A177-3AD203B41FA5}">
                      <a16:colId xmlns:a16="http://schemas.microsoft.com/office/drawing/2014/main" val="4133210593"/>
                    </a:ext>
                  </a:extLst>
                </a:gridCol>
                <a:gridCol w="3018626">
                  <a:extLst>
                    <a:ext uri="{9D8B030D-6E8A-4147-A177-3AD203B41FA5}">
                      <a16:colId xmlns:a16="http://schemas.microsoft.com/office/drawing/2014/main" val="2462554049"/>
                    </a:ext>
                  </a:extLst>
                </a:gridCol>
              </a:tblGrid>
              <a:tr h="406949">
                <a:tc>
                  <a:txBody>
                    <a:bodyPr/>
                    <a:lstStyle/>
                    <a:p>
                      <a:r>
                        <a:rPr lang="en-US" sz="1700" baseline="0" dirty="0"/>
                        <a:t>Folder Name</a:t>
                      </a:r>
                    </a:p>
                  </a:txBody>
                  <a:tcPr marL="122432" marR="122432" marT="61216" marB="61216"/>
                </a:tc>
                <a:tc>
                  <a:txBody>
                    <a:bodyPr/>
                    <a:lstStyle/>
                    <a:p>
                      <a:r>
                        <a:rPr lang="en-US" sz="1700" baseline="0" dirty="0"/>
                        <a:t>Usage</a:t>
                      </a:r>
                    </a:p>
                  </a:txBody>
                  <a:tcPr marL="122432" marR="122432" marT="61216" marB="61216"/>
                </a:tc>
                <a:extLst>
                  <a:ext uri="{0D108BD9-81ED-4DB2-BD59-A6C34878D82A}">
                    <a16:rowId xmlns:a16="http://schemas.microsoft.com/office/drawing/2014/main" val="309197042"/>
                  </a:ext>
                </a:extLst>
              </a:tr>
              <a:tr h="711841">
                <a:tc>
                  <a:txBody>
                    <a:bodyPr/>
                    <a:lstStyle/>
                    <a:p>
                      <a:r>
                        <a:rPr lang="en-US" sz="17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Infrastructure</a:t>
                      </a:r>
                    </a:p>
                  </a:txBody>
                  <a:tcPr marL="122432" marR="122432" marT="61216" marB="61216"/>
                </a:tc>
                <a:tc>
                  <a:txBody>
                    <a:bodyPr/>
                    <a:lstStyle/>
                    <a:p>
                      <a:r>
                        <a:rPr lang="en-US" sz="1700" baseline="0" dirty="0"/>
                        <a:t>IAM roles &amp; CloudFormation templates</a:t>
                      </a:r>
                    </a:p>
                  </a:txBody>
                  <a:tcPr marL="122432" marR="122432" marT="61216" marB="61216"/>
                </a:tc>
                <a:extLst>
                  <a:ext uri="{0D108BD9-81ED-4DB2-BD59-A6C34878D82A}">
                    <a16:rowId xmlns:a16="http://schemas.microsoft.com/office/drawing/2014/main" val="3102940410"/>
                  </a:ext>
                </a:extLst>
              </a:tr>
              <a:tr h="711841">
                <a:tc>
                  <a:txBody>
                    <a:bodyPr/>
                    <a:lstStyle/>
                    <a:p>
                      <a:r>
                        <a:rPr lang="en-US" sz="1700" baseline="0" dirty="0"/>
                        <a:t>Lambda</a:t>
                      </a:r>
                    </a:p>
                  </a:txBody>
                  <a:tcPr marL="122432" marR="122432" marT="61216" marB="61216"/>
                </a:tc>
                <a:tc>
                  <a:txBody>
                    <a:bodyPr/>
                    <a:lstStyle/>
                    <a:p>
                      <a:r>
                        <a:rPr lang="en-US" sz="1700" baseline="0" dirty="0"/>
                        <a:t>Python scripts</a:t>
                      </a:r>
                    </a:p>
                  </a:txBody>
                  <a:tcPr marL="122432" marR="122432" marT="61216" marB="61216"/>
                </a:tc>
                <a:extLst>
                  <a:ext uri="{0D108BD9-81ED-4DB2-BD59-A6C34878D82A}">
                    <a16:rowId xmlns:a16="http://schemas.microsoft.com/office/drawing/2014/main" val="3447758571"/>
                  </a:ext>
                </a:extLst>
              </a:tr>
              <a:tr h="711841">
                <a:tc>
                  <a:txBody>
                    <a:bodyPr/>
                    <a:lstStyle/>
                    <a:p>
                      <a:r>
                        <a:rPr lang="en-US" sz="1700" baseline="0" dirty="0"/>
                        <a:t>Glue</a:t>
                      </a:r>
                    </a:p>
                  </a:txBody>
                  <a:tcPr marL="122432" marR="122432" marT="61216" marB="61216"/>
                </a:tc>
                <a:tc>
                  <a:txBody>
                    <a:bodyPr/>
                    <a:lstStyle/>
                    <a:p>
                      <a:r>
                        <a:rPr lang="en-US" sz="1700" baseline="0" dirty="0" err="1"/>
                        <a:t>PySpark</a:t>
                      </a:r>
                      <a:r>
                        <a:rPr lang="en-US" sz="1700" baseline="0" dirty="0"/>
                        <a:t> scripts</a:t>
                      </a:r>
                    </a:p>
                  </a:txBody>
                  <a:tcPr marL="122432" marR="122432" marT="61216" marB="61216"/>
                </a:tc>
                <a:extLst>
                  <a:ext uri="{0D108BD9-81ED-4DB2-BD59-A6C34878D82A}">
                    <a16:rowId xmlns:a16="http://schemas.microsoft.com/office/drawing/2014/main" val="279572858"/>
                  </a:ext>
                </a:extLst>
              </a:tr>
              <a:tr h="711841">
                <a:tc>
                  <a:txBody>
                    <a:bodyPr/>
                    <a:lstStyle/>
                    <a:p>
                      <a:r>
                        <a:rPr lang="en-US" sz="1700" baseline="0"/>
                        <a:t>StepFunction</a:t>
                      </a:r>
                    </a:p>
                  </a:txBody>
                  <a:tcPr marL="122432" marR="122432" marT="61216" marB="61216"/>
                </a:tc>
                <a:tc>
                  <a:txBody>
                    <a:bodyPr/>
                    <a:lstStyle/>
                    <a:p>
                      <a:r>
                        <a:rPr lang="en-US" sz="1700" baseline="0" dirty="0"/>
                        <a:t>Step Function definitions (JSON)</a:t>
                      </a:r>
                    </a:p>
                  </a:txBody>
                  <a:tcPr marL="122432" marR="122432" marT="61216" marB="61216"/>
                </a:tc>
                <a:extLst>
                  <a:ext uri="{0D108BD9-81ED-4DB2-BD59-A6C34878D82A}">
                    <a16:rowId xmlns:a16="http://schemas.microsoft.com/office/drawing/2014/main" val="2970218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432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29354-99E0-A37A-5E65-73AC8597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4D4B2-F219-D30B-B97F-3DF9AC496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AWS Glue with Spark for large datasets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Dynamic Spark configuration based on file size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Streaming Option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Kinesis → Lambda → Step Functions → Glue Streaming → S3 → DynamoDB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Reliability &amp; Monitoring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CloudWatch metrics and alarms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SNS notifications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Lambda retry policies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Dead‑letter queues for failures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8068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388F-032E-A62F-6523-BC89A0CC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Improvements/Open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B38BD-EBC0-FCE6-0D53-05C3838FC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Introduce SQS/SNS for buffering and notifications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Expand DynamoDB metadata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Support multiple input files using manifest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Handle different file formats (parquet), multiple delimiters (comma, pipe)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Schema validation using Glue Catalog &amp; Crawlers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Data quality checks on output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Standardize product naming and keywords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Improve logging, tagging, and retention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Create a production runbook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Enable selective component deployment via CI/CD and expand for S3 Bucket, Event and Dynamo DB table creation</a:t>
            </a:r>
          </a:p>
        </p:txBody>
      </p:sp>
    </p:spTree>
    <p:extLst>
      <p:ext uri="{BB962C8B-B14F-4D97-AF65-F5344CB8AC3E}">
        <p14:creationId xmlns:p14="http://schemas.microsoft.com/office/powerpoint/2010/main" val="543687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A201-B186-F09F-4E90-700D2B30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482F7-AE1E-E324-85E5-EB48925FA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Project Artifacts: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Testing: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C904E5D-FD89-54D0-DD03-E9F4EE47DB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406496"/>
              </p:ext>
            </p:extLst>
          </p:nvPr>
        </p:nvGraphicFramePr>
        <p:xfrm>
          <a:off x="1800225" y="2341034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597" imgH="806406" progId="Excel.Sheet.12">
                  <p:embed/>
                </p:oleObj>
              </mc:Choice>
              <mc:Fallback>
                <p:oleObj name="Worksheet" showAsIcon="1" r:id="rId2" imgW="914597" imgH="806406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C904E5D-FD89-54D0-DD03-E9F4EE47D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00225" y="2341034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7314922-FF94-54A3-F8BD-E972CA4C09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323685"/>
              </p:ext>
            </p:extLst>
          </p:nvPr>
        </p:nvGraphicFramePr>
        <p:xfrm>
          <a:off x="1800225" y="3642784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4" imgW="914597" imgH="806406" progId="Word.Document.12">
                  <p:embed/>
                </p:oleObj>
              </mc:Choice>
              <mc:Fallback>
                <p:oleObj name="Document" showAsIcon="1" r:id="rId4" imgW="914597" imgH="806406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7314922-FF94-54A3-F8BD-E972CA4C09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00225" y="3642784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99687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441</TotalTime>
  <Words>618</Words>
  <Application>Microsoft Office PowerPoint</Application>
  <PresentationFormat>Widescreen</PresentationFormat>
  <Paragraphs>128</Paragraphs>
  <Slides>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Courier New</vt:lpstr>
      <vt:lpstr>Wingdings</vt:lpstr>
      <vt:lpstr>Retrospect</vt:lpstr>
      <vt:lpstr>Worksheet</vt:lpstr>
      <vt:lpstr>Document</vt:lpstr>
      <vt:lpstr>Search Revenue Analysis</vt:lpstr>
      <vt:lpstr>Agenda</vt:lpstr>
      <vt:lpstr>Business Problem</vt:lpstr>
      <vt:lpstr>High‑Level Architecture</vt:lpstr>
      <vt:lpstr>Architecture Walkthrough</vt:lpstr>
      <vt:lpstr>Code Repo &amp; Deployment</vt:lpstr>
      <vt:lpstr>Scalability</vt:lpstr>
      <vt:lpstr>Improvements/Open Items</vt:lpstr>
      <vt:lpstr>Additional Documentation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 u</dc:creator>
  <cp:lastModifiedBy>bharath u</cp:lastModifiedBy>
  <cp:revision>4</cp:revision>
  <dcterms:created xsi:type="dcterms:W3CDTF">2026-03-05T23:49:46Z</dcterms:created>
  <dcterms:modified xsi:type="dcterms:W3CDTF">2026-03-06T12:32:44Z</dcterms:modified>
</cp:coreProperties>
</file>